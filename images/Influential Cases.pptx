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58"/>
    <p:restoredTop sz="94674"/>
  </p:normalViewPr>
  <p:slideViewPr>
    <p:cSldViewPr snapToGrid="0">
      <p:cViewPr varScale="1">
        <p:scale>
          <a:sx n="88" d="100"/>
          <a:sy n="88" d="100"/>
        </p:scale>
        <p:origin x="176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77B6F-7630-383A-73D0-B97216CC27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9C520D-33FD-44AA-8363-EAF51AD537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B8BC2F-A774-DC88-F539-492C9AD4F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35701-8E03-1C44-B674-FF131534F090}" type="datetimeFigureOut">
              <a:rPr lang="en-GB" smtClean="0"/>
              <a:t>06/04/2025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0CCE49-ECCE-036A-3CAD-3CCE551BD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0A9546-0D43-F899-32BA-584D59791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B99606-6FE0-AA46-96AA-C8D5E3A8A5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5387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CF29A-9B05-A48A-4192-20F9E2FB6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EFB1EE-775D-E96B-0371-3B096E85EB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32806E-7339-54D4-91F5-088066C9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35701-8E03-1C44-B674-FF131534F090}" type="datetimeFigureOut">
              <a:rPr lang="en-GB" smtClean="0"/>
              <a:t>06/04/2025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3EDDD6-8467-A02B-CC17-E802517ED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B35F8-DBF2-416B-BD3E-7C00CE380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B99606-6FE0-AA46-96AA-C8D5E3A8A5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4289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EE5CB-E55F-629F-F2FA-BC179E89E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DF531A-C2A5-322F-D6B5-7D4BD119F7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04DE04-F026-822E-FCE1-7B53C3957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35701-8E03-1C44-B674-FF131534F090}" type="datetimeFigureOut">
              <a:rPr lang="en-GB" smtClean="0"/>
              <a:t>06/04/2025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21EE79-F57E-E11B-D690-F51FD1B11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02AEA2-3F5E-C79E-CF95-ADB377145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B99606-6FE0-AA46-96AA-C8D5E3A8A5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40433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2EA4E-8A7F-079E-C068-CEEE6DA8A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031B2-B32E-FE4C-D607-EEAA4FAFD0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A3E5AC-2133-9012-837D-BFBE08A00E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6D9EEA-5105-1CF6-A828-9AE1CD65C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35701-8E03-1C44-B674-FF131534F090}" type="datetimeFigureOut">
              <a:rPr lang="en-GB" smtClean="0"/>
              <a:t>06/04/2025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C5E292-C9CC-8B12-3648-0E85325B9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3E7E8D-EB07-BB8B-2251-AC207FD77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B99606-6FE0-AA46-96AA-C8D5E3A8A5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54879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397AC-1EAC-2A09-D430-C487C5E4F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A0E62D-1DF3-7733-6B1C-F491D87F6C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B33E07-7211-C14B-BE0A-1E66BA505E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A3C8A1-478A-A81F-43B4-C95DB60DA3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DC9694-3365-1AAA-0801-88E1F54C41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1A678F-937F-3EAF-FCC2-8F5142A44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35701-8E03-1C44-B674-FF131534F090}" type="datetimeFigureOut">
              <a:rPr lang="en-GB" smtClean="0"/>
              <a:t>06/04/2025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0A0E9-2437-636B-4CC1-84451AB53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102B15-DB39-3F12-F49F-6EDBF4EE8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B99606-6FE0-AA46-96AA-C8D5E3A8A5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42474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753F5-EA29-95AE-01FE-1F8D14D7B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7778F9-0B76-3DFF-9116-58FD26984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35701-8E03-1C44-B674-FF131534F090}" type="datetimeFigureOut">
              <a:rPr lang="en-GB" smtClean="0"/>
              <a:t>06/04/2025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BB10DC-286D-70DE-26DE-DB9F98BE1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9F167F-883D-CECF-F4F4-54F5D5067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B99606-6FE0-AA46-96AA-C8D5E3A8A5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5866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4C9EC7-F5DA-BDF0-6B04-7CD72B3D4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35701-8E03-1C44-B674-FF131534F090}" type="datetimeFigureOut">
              <a:rPr lang="en-GB" smtClean="0"/>
              <a:t>06/04/2025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2C22A2-2FEE-0040-A77C-FA200F02B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90521E-65C1-EB0E-704E-3E96A9DB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B99606-6FE0-AA46-96AA-C8D5E3A8A5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87810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6D7A5-AB95-2D60-266A-56C44ACC4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DD8C8-04AB-F18E-BD4F-19B702420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942BE7-2ED6-D777-8804-6E30DEEDCB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D97795-35CE-DAD1-05B1-3E820C0DD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35701-8E03-1C44-B674-FF131534F090}" type="datetimeFigureOut">
              <a:rPr lang="en-GB" smtClean="0"/>
              <a:t>06/04/2025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B60B54-DA86-4709-C581-7978B8F3C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4C4493-D5FA-5296-1548-CEB96EBB6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B99606-6FE0-AA46-96AA-C8D5E3A8A5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9055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28839-4489-20E0-2631-65F045172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8E5DB1-291E-AD32-40A3-4B4DA1B8EF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D54BB5-6794-EA33-7213-9FBF8E4707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0DACFE-8302-8630-529F-ABE7F860E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35701-8E03-1C44-B674-FF131534F090}" type="datetimeFigureOut">
              <a:rPr lang="en-GB" smtClean="0"/>
              <a:t>06/04/2025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86DC30-0888-2DC4-E9FD-3EE1AC9F1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C4D539-6EE2-693A-DE44-4A0030AE8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B99606-6FE0-AA46-96AA-C8D5E3A8A5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446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100D8-13C0-95A6-A939-2BB1E3972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EB4F9B-44B5-BEAC-A8E0-C410D61011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5B7344-094F-BBBC-8DB4-9000DCA3D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35701-8E03-1C44-B674-FF131534F090}" type="datetimeFigureOut">
              <a:rPr lang="en-GB" smtClean="0"/>
              <a:t>06/04/2025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01DF5E-99CE-556A-A067-C7017825E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723C1F-1C0D-993B-2348-9DB48BCD8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B99606-6FE0-AA46-96AA-C8D5E3A8A5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7566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8C995E-EC78-1A15-EFD6-9BC66B7FCE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6DCAE0-7229-0917-1F7A-28C9D38101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9AE0F6-1950-CB9F-D9E2-544C4EBFF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35701-8E03-1C44-B674-FF131534F090}" type="datetimeFigureOut">
              <a:rPr lang="en-GB" smtClean="0"/>
              <a:t>06/04/2025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72F2C3-7E9B-14FE-B13C-011E4232A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E264EC-0407-6C52-1702-6538C8B9B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B99606-6FE0-AA46-96AA-C8D5E3A8A5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88092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C8E7F9-287C-E4B5-7FAF-607D741A9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858835-E566-4474-720D-65CFCB380A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894A46-FB3B-23E6-7723-27E870A76C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F35701-8E03-1C44-B674-FF131534F090}" type="datetimeFigureOut">
              <a:rPr lang="en-GB" smtClean="0"/>
              <a:t>06/04/2025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B1A3F1-4EB2-509B-4308-F4001982C4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48AA5-CC79-DAE4-06EE-065DF2973A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B99606-6FE0-AA46-96AA-C8D5E3A8A5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0624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5A3702B-FFBF-2E14-9682-DDA8EDADC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090083"/>
            <a:ext cx="7772400" cy="4677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0734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269424C-7172-CF78-4160-A6BBCF356C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5365" y="2365829"/>
            <a:ext cx="7375185" cy="1964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1735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883399-C24D-09A2-E7A6-97598A5580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846894"/>
            <a:ext cx="7772400" cy="5164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2489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8547ED3-254E-FFB6-65D1-D2EE4F34A7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364120"/>
            <a:ext cx="7772400" cy="2129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9486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0</Words>
  <Application>Microsoft Macintosh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Daryanto, Ahmad</dc:creator>
  <cp:lastModifiedBy>Daryanto, Ahmad</cp:lastModifiedBy>
  <cp:revision>4</cp:revision>
  <dcterms:created xsi:type="dcterms:W3CDTF">2025-04-06T19:08:15Z</dcterms:created>
  <dcterms:modified xsi:type="dcterms:W3CDTF">2025-04-06T19:52:09Z</dcterms:modified>
</cp:coreProperties>
</file>