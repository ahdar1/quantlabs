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07"/>
    <p:restoredTop sz="94657"/>
  </p:normalViewPr>
  <p:slideViewPr>
    <p:cSldViewPr snapToGrid="0">
      <p:cViewPr varScale="1">
        <p:scale>
          <a:sx n="77" d="100"/>
          <a:sy n="77" d="100"/>
        </p:scale>
        <p:origin x="20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7B6F-7630-383A-73D0-B97216CC2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9C520D-33FD-44AA-8363-EAF51AD537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8BC2F-A774-DC88-F539-492C9AD4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CCE49-ECCE-036A-3CAD-3CCE551BD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A9546-0D43-F899-32BA-584D59791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38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CF29A-9B05-A48A-4192-20F9E2FB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FB1EE-775D-E96B-0371-3B096E85E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2806E-7339-54D4-91F5-088066C9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EDDD6-8467-A02B-CC17-E802517ED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B35F8-DBF2-416B-BD3E-7C00CE38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28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E5CB-E55F-629F-F2FA-BC179E89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F531A-C2A5-322F-D6B5-7D4BD119F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4DE04-F026-822E-FCE1-7B53C395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1EE79-F57E-E11B-D690-F51FD1B1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2AEA2-3F5E-C79E-CF95-ADB377145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04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EA4E-8A7F-079E-C068-CEEE6DA8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031B2-B32E-FE4C-D607-EEAA4FAFD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3E5AC-2133-9012-837D-BFBE08A00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D9EEA-5105-1CF6-A828-9AE1CD65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5E292-C9CC-8B12-3648-0E85325B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E7E8D-EB07-BB8B-2251-AC207FD7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487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397AC-1EAC-2A09-D430-C487C5E4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0E62D-1DF3-7733-6B1C-F491D87F6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33E07-7211-C14B-BE0A-1E66BA505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A3C8A1-478A-A81F-43B4-C95DB60DA3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DC9694-3365-1AAA-0801-88E1F54C4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1A678F-937F-3EAF-FCC2-8F5142A4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0A0E9-2437-636B-4CC1-84451AB53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102B15-DB39-3F12-F49F-6EDBF4EE8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24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753F5-EA29-95AE-01FE-1F8D14D7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778F9-0B76-3DFF-9116-58FD2698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B10DC-286D-70DE-26DE-DB9F98BE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F167F-883D-CECF-F4F4-54F5D506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866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4C9EC7-F5DA-BDF0-6B04-7CD72B3D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C22A2-2FEE-0040-A77C-FA200F02B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0521E-65C1-EB0E-704E-3E96A9DB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8781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D7A5-AB95-2D60-266A-56C44ACC4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DD8C8-04AB-F18E-BD4F-19B702420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42BE7-2ED6-D777-8804-6E30DEEDC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97795-35CE-DAD1-05B1-3E820C0D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60B54-DA86-4709-C581-7978B8F3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C4493-D5FA-5296-1548-CEB96EBB6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05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8839-4489-20E0-2631-65F04517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E5DB1-291E-AD32-40A3-4B4DA1B8E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54BB5-6794-EA33-7213-9FBF8E470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0DACFE-8302-8630-529F-ABE7F860E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6DC30-0888-2DC4-E9FD-3EE1AC9F1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C4D539-6EE2-693A-DE44-4A0030AE8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4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100D8-13C0-95A6-A939-2BB1E397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B4F9B-44B5-BEAC-A8E0-C410D610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B7344-094F-BBBC-8DB4-9000DCA3D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01DF5E-99CE-556A-A067-C7017825E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23C1F-1C0D-993B-2348-9DB48BCD8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566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C995E-EC78-1A15-EFD6-9BC66B7FC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6DCAE0-7229-0917-1F7A-28C9D3810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AE0F6-1950-CB9F-D9E2-544C4EBFF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F2C3-7E9B-14FE-B13C-011E4232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264EC-0407-6C52-1702-6538C8B9B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880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C8E7F9-287C-E4B5-7FAF-607D741A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58835-E566-4474-720D-65CFCB380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94A46-FB3B-23E6-7723-27E870A76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F35701-8E03-1C44-B674-FF131534F090}" type="datetimeFigureOut">
              <a:rPr lang="en-GB" smtClean="0"/>
              <a:t>09/04/2025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1A3F1-4EB2-509B-4308-F4001982C4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48AA5-CC79-DAE4-06EE-065DF2973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B99606-6FE0-AA46-96AA-C8D5E3A8A5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062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A3702B-FFBF-2E14-9682-DDA8EDADC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90083"/>
            <a:ext cx="7772400" cy="467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73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69424C-7172-CF78-4160-A6BBCF356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365" y="2365829"/>
            <a:ext cx="7375185" cy="196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83399-C24D-09A2-E7A6-97598A558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46894"/>
            <a:ext cx="7772400" cy="51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48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47ED3-254E-FFB6-65D1-D2EE4F34A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364120"/>
            <a:ext cx="7772400" cy="21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48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2B2BCA-78C9-2FE9-B8BE-AA73B05EC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2533650"/>
            <a:ext cx="24892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72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Daryanto, Ahmad</dc:creator>
  <cp:lastModifiedBy>Daryanto, Ahmad</cp:lastModifiedBy>
  <cp:revision>5</cp:revision>
  <dcterms:created xsi:type="dcterms:W3CDTF">2025-04-06T19:08:15Z</dcterms:created>
  <dcterms:modified xsi:type="dcterms:W3CDTF">2025-04-09T14:26:44Z</dcterms:modified>
</cp:coreProperties>
</file>